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1522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8E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30k+ Corporate Building Pictures | Download Free Images on Unsplash">
            <a:extLst>
              <a:ext uri="{FF2B5EF4-FFF2-40B4-BE49-F238E27FC236}">
                <a16:creationId xmlns:a16="http://schemas.microsoft.com/office/drawing/2014/main" id="{9168D6C5-67E9-8904-93AC-3ADB4889B5D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0" y="0"/>
            <a:ext cx="5094514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3265" y="457200"/>
            <a:ext cx="4404049" cy="1143000"/>
          </a:xfrm>
        </p:spPr>
        <p:txBody>
          <a:bodyPr>
            <a:normAutofit/>
          </a:bodyPr>
          <a:lstStyle/>
          <a:p>
            <a:r>
              <a:rPr sz="3200" dirty="0"/>
              <a:t>Employee Management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3265" y="1782762"/>
            <a:ext cx="4404049" cy="4525963"/>
          </a:xfrm>
        </p:spPr>
        <p:txBody>
          <a:bodyPr>
            <a:normAutofit/>
          </a:bodyPr>
          <a:lstStyle/>
          <a:p>
            <a:r>
              <a:rPr sz="2800" dirty="0"/>
              <a:t>Course: SEN 182</a:t>
            </a:r>
          </a:p>
          <a:p>
            <a:r>
              <a:rPr sz="2800" dirty="0"/>
              <a:t>Group 7</a:t>
            </a:r>
          </a:p>
          <a:p>
            <a:r>
              <a:rPr sz="2800" dirty="0"/>
              <a:t>A web-based Employee Management System built using HTML, CSS, and JavaScript</a:t>
            </a:r>
          </a:p>
        </p:txBody>
      </p:sp>
      <p:pic>
        <p:nvPicPr>
          <p:cNvPr id="5" name="Picture 4" descr="Free Modern Corporate Building Image ...">
            <a:extLst>
              <a:ext uri="{FF2B5EF4-FFF2-40B4-BE49-F238E27FC236}">
                <a16:creationId xmlns:a16="http://schemas.microsoft.com/office/drawing/2014/main" id="{C149D7D6-36BC-1517-0E2B-0EE48D6F65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563490">
            <a:off x="5098403" y="3897845"/>
            <a:ext cx="3524140" cy="2412825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pic>
        <p:nvPicPr>
          <p:cNvPr id="9" name="Picture 8" descr="Business Office Big Window Stock Photos ...">
            <a:extLst>
              <a:ext uri="{FF2B5EF4-FFF2-40B4-BE49-F238E27FC236}">
                <a16:creationId xmlns:a16="http://schemas.microsoft.com/office/drawing/2014/main" id="{7F5359F6-E021-4863-70C2-FF3E0D714F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33072">
            <a:off x="5912714" y="678023"/>
            <a:ext cx="2724539" cy="2508055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8E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30k+ Corporate Building Pictures | Download Free Images on Unsplash">
            <a:extLst>
              <a:ext uri="{FF2B5EF4-FFF2-40B4-BE49-F238E27FC236}">
                <a16:creationId xmlns:a16="http://schemas.microsoft.com/office/drawing/2014/main" id="{8BBE9185-6F46-980D-5230-88EF0634B26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0" y="0"/>
            <a:ext cx="4973216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2425959" y="205274"/>
            <a:ext cx="8229600" cy="1143000"/>
          </a:xfrm>
        </p:spPr>
        <p:txBody>
          <a:bodyPr/>
          <a:lstStyle/>
          <a:p>
            <a:r>
              <a:rPr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348274"/>
            <a:ext cx="3760237" cy="4525963"/>
          </a:xfrm>
        </p:spPr>
        <p:txBody>
          <a:bodyPr/>
          <a:lstStyle/>
          <a:p>
            <a:r>
              <a:rPr dirty="0"/>
              <a:t>An Employee Management System is a website used to manage employee information, roles, and activities efficiently.</a:t>
            </a:r>
          </a:p>
        </p:txBody>
      </p:sp>
      <p:pic>
        <p:nvPicPr>
          <p:cNvPr id="6" name="Picture 5" descr="Corporate Building Stock Photos ...">
            <a:extLst>
              <a:ext uri="{FF2B5EF4-FFF2-40B4-BE49-F238E27FC236}">
                <a16:creationId xmlns:a16="http://schemas.microsoft.com/office/drawing/2014/main" id="{69C627BC-41F5-42B0-3CDA-9120054C2F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583799">
            <a:off x="5482986" y="2538976"/>
            <a:ext cx="3283789" cy="2507237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8E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30k+ Corporate Building Pictures | Download Free Images on Unsplash">
            <a:extLst>
              <a:ext uri="{FF2B5EF4-FFF2-40B4-BE49-F238E27FC236}">
                <a16:creationId xmlns:a16="http://schemas.microsoft.com/office/drawing/2014/main" id="{46759A29-CFB1-D83A-0485-E413997C17D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0" y="0"/>
            <a:ext cx="5458408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632857" y="296863"/>
            <a:ext cx="8229600" cy="1143000"/>
          </a:xfrm>
        </p:spPr>
        <p:txBody>
          <a:bodyPr/>
          <a:lstStyle/>
          <a:p>
            <a:r>
              <a:rPr dirty="0"/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525347" cy="4525963"/>
          </a:xfrm>
        </p:spPr>
        <p:txBody>
          <a:bodyPr/>
          <a:lstStyle/>
          <a:p>
            <a:r>
              <a:rPr dirty="0"/>
              <a:t>• Maintain employee records</a:t>
            </a:r>
          </a:p>
          <a:p>
            <a:r>
              <a:rPr dirty="0"/>
              <a:t>• Track employee status</a:t>
            </a:r>
          </a:p>
          <a:p>
            <a:r>
              <a:rPr dirty="0"/>
              <a:t>• Improve administrative efficiency</a:t>
            </a:r>
          </a:p>
          <a:p>
            <a:r>
              <a:rPr dirty="0"/>
              <a:t>• Provide user-friendly interface</a:t>
            </a:r>
          </a:p>
        </p:txBody>
      </p:sp>
      <p:pic>
        <p:nvPicPr>
          <p:cNvPr id="6" name="Picture 5" descr="Large corporation Stock Photos, Royalty ...">
            <a:extLst>
              <a:ext uri="{FF2B5EF4-FFF2-40B4-BE49-F238E27FC236}">
                <a16:creationId xmlns:a16="http://schemas.microsoft.com/office/drawing/2014/main" id="{A1CE3DF3-B010-66C8-41DB-6F64DF8F2F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951041">
            <a:off x="5764266" y="2322821"/>
            <a:ext cx="3053192" cy="2212357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8E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30k+ Corporate Building Pictures | Download Free Images on Unsplash">
            <a:extLst>
              <a:ext uri="{FF2B5EF4-FFF2-40B4-BE49-F238E27FC236}">
                <a16:creationId xmlns:a16="http://schemas.microsoft.com/office/drawing/2014/main" id="{6E741305-EF8A-57EF-9119-731D7BAEFAE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0" y="0"/>
            <a:ext cx="517849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28600"/>
            <a:ext cx="5691673" cy="1143000"/>
          </a:xfrm>
        </p:spPr>
        <p:txBody>
          <a:bodyPr/>
          <a:lstStyle/>
          <a:p>
            <a:r>
              <a:rPr lang="en-US" dirty="0"/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3909527" cy="4525963"/>
          </a:xfrm>
        </p:spPr>
        <p:txBody>
          <a:bodyPr/>
          <a:lstStyle/>
          <a:p>
            <a:r>
              <a:rPr lang="en-US" dirty="0"/>
              <a:t>• HTML (Structure)</a:t>
            </a:r>
          </a:p>
          <a:p>
            <a:r>
              <a:rPr lang="en-US" dirty="0"/>
              <a:t>• CSS (Design &amp; Layout)</a:t>
            </a:r>
          </a:p>
          <a:p>
            <a:r>
              <a:rPr lang="en-US" dirty="0"/>
              <a:t>• JavaScript (Interactivity &amp; Logic)</a:t>
            </a:r>
          </a:p>
        </p:txBody>
      </p:sp>
      <p:pic>
        <p:nvPicPr>
          <p:cNvPr id="6" name="Picture 5" descr="HTML CSS JavaScript (@htmlcssjsdev ...">
            <a:extLst>
              <a:ext uri="{FF2B5EF4-FFF2-40B4-BE49-F238E27FC236}">
                <a16:creationId xmlns:a16="http://schemas.microsoft.com/office/drawing/2014/main" id="{E7D95EF1-DDA4-7CF3-2DF4-13D199B1E4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255097">
            <a:off x="5894224" y="2221658"/>
            <a:ext cx="2391359" cy="219075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8E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30k+ Corporate Building Pictures | Download Free Images on Unsplash">
            <a:extLst>
              <a:ext uri="{FF2B5EF4-FFF2-40B4-BE49-F238E27FC236}">
                <a16:creationId xmlns:a16="http://schemas.microsoft.com/office/drawing/2014/main" id="{C755BC3C-71D1-415A-7D4A-7E4E31D98E7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0" y="0"/>
            <a:ext cx="4926563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208" y="228600"/>
            <a:ext cx="3778898" cy="1143000"/>
          </a:xfrm>
        </p:spPr>
        <p:txBody>
          <a:bodyPr/>
          <a:lstStyle/>
          <a:p>
            <a:r>
              <a:rPr dirty="0"/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040155" cy="4525963"/>
          </a:xfrm>
        </p:spPr>
        <p:txBody>
          <a:bodyPr/>
          <a:lstStyle/>
          <a:p>
            <a:r>
              <a:rPr dirty="0"/>
              <a:t>• Add, edit, and delete employees</a:t>
            </a:r>
          </a:p>
          <a:p>
            <a:r>
              <a:rPr dirty="0"/>
              <a:t>• Dashboard with employee data</a:t>
            </a:r>
          </a:p>
          <a:p>
            <a:r>
              <a:rPr dirty="0"/>
              <a:t>• Active/Inactive status toggle</a:t>
            </a:r>
          </a:p>
          <a:p>
            <a:r>
              <a:rPr dirty="0"/>
              <a:t>• Search and filter employees</a:t>
            </a:r>
          </a:p>
        </p:txBody>
      </p:sp>
      <p:pic>
        <p:nvPicPr>
          <p:cNvPr id="6" name="Picture 5" descr="Big Business, Big Evil – Committing ...">
            <a:extLst>
              <a:ext uri="{FF2B5EF4-FFF2-40B4-BE49-F238E27FC236}">
                <a16:creationId xmlns:a16="http://schemas.microsoft.com/office/drawing/2014/main" id="{D7D8F24E-EDBD-7951-5F84-8BC73B0155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658267">
            <a:off x="5604070" y="2441899"/>
            <a:ext cx="3028270" cy="2046125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8E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30k+ Corporate Building Pictures | Download Free Images on Unsplash">
            <a:extLst>
              <a:ext uri="{FF2B5EF4-FFF2-40B4-BE49-F238E27FC236}">
                <a16:creationId xmlns:a16="http://schemas.microsoft.com/office/drawing/2014/main" id="{456A6070-103B-2BC9-1988-F4ED63124B1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0" y="0"/>
            <a:ext cx="5019869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3984171" cy="1143000"/>
          </a:xfrm>
        </p:spPr>
        <p:txBody>
          <a:bodyPr/>
          <a:lstStyle/>
          <a:p>
            <a:r>
              <a:rPr dirty="0"/>
              <a:t>System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600200"/>
            <a:ext cx="4254759" cy="4525963"/>
          </a:xfrm>
        </p:spPr>
        <p:txBody>
          <a:bodyPr/>
          <a:lstStyle/>
          <a:p>
            <a:r>
              <a:rPr dirty="0"/>
              <a:t>• Sidebar navigation</a:t>
            </a:r>
          </a:p>
          <a:p>
            <a:r>
              <a:rPr dirty="0"/>
              <a:t>• Dashboard overview</a:t>
            </a:r>
          </a:p>
          <a:p>
            <a:r>
              <a:rPr dirty="0"/>
              <a:t>• Employee table/list</a:t>
            </a:r>
          </a:p>
          <a:p>
            <a:r>
              <a:rPr dirty="0"/>
              <a:t>• Responsive UI design</a:t>
            </a:r>
          </a:p>
        </p:txBody>
      </p:sp>
      <p:pic>
        <p:nvPicPr>
          <p:cNvPr id="6" name="Picture 5" descr="40,971 Large Company Building Royalty ...">
            <a:extLst>
              <a:ext uri="{FF2B5EF4-FFF2-40B4-BE49-F238E27FC236}">
                <a16:creationId xmlns:a16="http://schemas.microsoft.com/office/drawing/2014/main" id="{5885C141-9CCE-0293-E9CE-C788134FFC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658399">
            <a:off x="5407590" y="2322349"/>
            <a:ext cx="3267659" cy="2213299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123</Words>
  <Application>Microsoft Office PowerPoint</Application>
  <PresentationFormat>On-screen Show (4:3)</PresentationFormat>
  <Paragraphs>25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Employee Management System</vt:lpstr>
      <vt:lpstr>Introduction</vt:lpstr>
      <vt:lpstr>Objectives</vt:lpstr>
      <vt:lpstr>Technologies Used</vt:lpstr>
      <vt:lpstr>Key Features</vt:lpstr>
      <vt:lpstr>System Design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Daniel Jenrola</cp:lastModifiedBy>
  <cp:revision>4</cp:revision>
  <dcterms:created xsi:type="dcterms:W3CDTF">2013-01-27T09:14:16Z</dcterms:created>
  <dcterms:modified xsi:type="dcterms:W3CDTF">2026-06-17T14:31:31Z</dcterms:modified>
  <cp:category/>
</cp:coreProperties>
</file>